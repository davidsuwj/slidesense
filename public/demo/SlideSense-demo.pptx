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a185025b74fca" /><Relationship Type="http://schemas.openxmlformats.org/officeDocument/2006/relationships/extended-properties" Target="/docProps/app.xml" Id="R4708bb40423d4e6c" /><Relationship Type="http://schemas.openxmlformats.org/officeDocument/2006/relationships/officeDocument" Target="/ppt/presentation.xml" Id="R01fea5ed20d64b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c2dc5a5d24357"/>
  </p:sldMasterIdLst>
  <p:notesMasterIdLst>
    <p:notesMasterId xmlns:r="http://schemas.openxmlformats.org/officeDocument/2006/relationships" r:id="R3d59fed64de14402"/>
  </p:notesMasterIdLst>
  <p:sldIdLst>
    <p:sldId xmlns:r="http://schemas.openxmlformats.org/officeDocument/2006/relationships" id="256" r:id="Rf343715545254812"/>
    <p:sldId xmlns:r="http://schemas.openxmlformats.org/officeDocument/2006/relationships" id="257" r:id="R3ebbf55fd59c4451"/>
    <p:sldId xmlns:r="http://schemas.openxmlformats.org/officeDocument/2006/relationships" id="258" r:id="R54244566c2e24fd6"/>
    <p:sldId xmlns:r="http://schemas.openxmlformats.org/officeDocument/2006/relationships" id="259" r:id="Re3aa6fc1ad2041d4"/>
    <p:sldId xmlns:r="http://schemas.openxmlformats.org/officeDocument/2006/relationships" id="260" r:id="R7a68ecc448084c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77f2e00c64509" /><Relationship Type="http://schemas.openxmlformats.org/officeDocument/2006/relationships/slideMaster" Target="/ppt/slideMasters/slideMaster1.xml" Id="R4d2c2dc5a5d24357" /><Relationship Type="http://schemas.openxmlformats.org/officeDocument/2006/relationships/notesMaster" Target="/ppt/notesMasters/notesMaster1.xml" Id="R3d59fed64de14402" /><Relationship Type="http://schemas.openxmlformats.org/officeDocument/2006/relationships/presProps" Target="/ppt/presProps.xml" Id="R765d492800eb4dcc" /><Relationship Type="http://schemas.openxmlformats.org/officeDocument/2006/relationships/tableStyles" Target="/ppt/tableStyles.xml" Id="R762e229b780046d9" /><Relationship Type="http://schemas.openxmlformats.org/officeDocument/2006/relationships/slide" Target="/ppt/slides/slide1.xml" Id="Rf343715545254812" /><Relationship Type="http://schemas.openxmlformats.org/officeDocument/2006/relationships/slide" Target="/ppt/slides/slide2.xml" Id="R3ebbf55fd59c4451" /><Relationship Type="http://schemas.openxmlformats.org/officeDocument/2006/relationships/slide" Target="/ppt/slides/slide3.xml" Id="R54244566c2e24fd6" /><Relationship Type="http://schemas.openxmlformats.org/officeDocument/2006/relationships/slide" Target="/ppt/slides/slide4.xml" Id="Re3aa6fc1ad2041d4" /><Relationship Type="http://schemas.openxmlformats.org/officeDocument/2006/relationships/slide" Target="/ppt/slides/slide5.xml" Id="R7a68ecc448084c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618e9032b3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a6f2e3837d45d3" /><Relationship Type="http://schemas.openxmlformats.org/officeDocument/2006/relationships/notesMaster" Target="/ppt/notesMasters/notesMaster1.xml" Id="Rbd56854e1b6044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88993209514d91" /><Relationship Type="http://schemas.openxmlformats.org/officeDocument/2006/relationships/notesMaster" Target="/ppt/notesMasters/notesMaster1.xml" Id="R289a8c24257f4c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e863961db84c03" /><Relationship Type="http://schemas.openxmlformats.org/officeDocument/2006/relationships/notesMaster" Target="/ppt/notesMasters/notesMaster1.xml" Id="R391bfcbc8d4047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b15eac24514013" /><Relationship Type="http://schemas.openxmlformats.org/officeDocument/2006/relationships/notesMaster" Target="/ppt/notesMasters/notesMaster1.xml" Id="R9064c61c08b546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97e3fc3ce449b5" /><Relationship Type="http://schemas.openxmlformats.org/officeDocument/2006/relationships/notesMaster" Target="/ppt/notesMasters/notesMaster1.xml" Id="R367ccbd5c08742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SlideSense 操作示範。此範例用於測試 PPT 上傳與播放。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SlideSense 操作示範。此範例用於測試 PPT 上傳與播放。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SlideSense 操作示範。此範例用於測試 PPT 上傳與播放。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SlideSense 操作示範。此範例用於測試 PPT 上傳與播放。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SlideSense 操作示範。此範例用於測試 PPT 上傳與播放。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cb03ab1274c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e866bb6ca940f0" /><Relationship Type="http://schemas.openxmlformats.org/officeDocument/2006/relationships/slideLayout" Target="/ppt/slideLayouts/slideLayout1.xml" Id="Rfb04242c742643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04242c742643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5c8aea215469a" /><Relationship Type="http://schemas.openxmlformats.org/officeDocument/2006/relationships/notesSlide" Target="/ppt/notesSlides/notesSlide1.xml" Id="R0ed4b8fe9b934d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2ae88d6134e40" /><Relationship Type="http://schemas.openxmlformats.org/officeDocument/2006/relationships/notesSlide" Target="/ppt/notesSlides/notesSlide2.xml" Id="R9aa1caee7efc4b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a217da51b4e8a" /><Relationship Type="http://schemas.openxmlformats.org/officeDocument/2006/relationships/notesSlide" Target="/ppt/notesSlides/notesSlide3.xml" Id="R7162e518cac249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19eb645c482f" /><Relationship Type="http://schemas.openxmlformats.org/officeDocument/2006/relationships/notesSlide" Target="/ppt/notesSlides/notesSlide4.xml" Id="R3a30192968f147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0ba5a3ea54a83" /><Relationship Type="http://schemas.openxmlformats.org/officeDocument/2006/relationships/notesSlide" Target="/ppt/notesSlides/notesSlide5.xml" Id="R6bb5d63d6b5e4a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EBA6C-99B7-48FD-A947-52CDF480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D7D17-2F10-4DF3-ABDC-7C69DE44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03323"/>
                </a:solidFill>
                <a:latin typeface="PingFang TC"/>
                <a:ea typeface="PingFang TC"/>
                <a:cs typeface="PingFang TC"/>
              </a:defRPr>
            </a:pPr>
            <a:r>
              <a:rPr sz="5850" b="1">
                <a:solidFill>
                  <a:srgbClr val="203323"/>
                </a:solidFill>
                <a:latin typeface="PingFang TC"/>
                <a:ea typeface="PingFang TC"/>
                <a:cs typeface="PingFang TC"/>
              </a:rPr>
              <a:t>SlideSense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3FEB7-7D04-44C9-938F-36315DA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rPr>
              <a:t>用手與聲音，帶著簡報走。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5F2C0-1EA5-4AF6-B0A1-E334912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rPr>
              <a:t>上傳你的 PPT，準備好就開始。</a:t>
            </a:r>
          </a:p>
        </p:txBody>
      </p:sp>
    </p:spTree>
    <p:extLst>
      <p:ext uri="{BB962C8B-B14F-4D97-AF65-F5344CB8AC3E}">
        <p14:creationId xmlns:p14="http://schemas.microsoft.com/office/powerpoint/2010/main" val="55745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AAE7D-081C-4C94-B0B0-A6D39FB1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2A64C-0F39-4A41-982E-381D3E2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3323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203323"/>
                </a:solidFill>
                <a:latin typeface="PingFang TC"/>
                <a:ea typeface="PingFang TC"/>
                <a:cs typeface="PingFang TC"/>
              </a:rPr>
              <a:t>揮手，翻到下一頁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16A4D-1521-4177-B8E2-B2FAA1DA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rPr>
              <a:t>張開手掌，向右揮。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63F8A-C7D9-4937-A56A-C10A8FD1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rPr>
              <a:t>向左揮可以回到上一頁。</a:t>
            </a:r>
          </a:p>
        </p:txBody>
      </p:sp>
    </p:spTree>
    <p:extLst>
      <p:ext uri="{BB962C8B-B14F-4D97-AF65-F5344CB8AC3E}">
        <p14:creationId xmlns:p14="http://schemas.microsoft.com/office/powerpoint/2010/main" val="1594984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3C940-C771-45A8-AF1E-F8E263F8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CBEF8-E75C-433B-827B-4AF118D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3323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203323"/>
                </a:solidFill>
                <a:latin typeface="PingFang TC"/>
                <a:ea typeface="PingFang TC"/>
                <a:cs typeface="PingFang TC"/>
              </a:rPr>
              <a:t>指尖，就是你的雷射筆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06262-C030-47CA-9890-897D8D77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rPr>
              <a:t>只伸出食指，慢慢移動。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B50A8-193D-4C1D-AD32-7DE9174E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rPr>
              <a:t>指向你正在說明的位置；收手後亮點會消失。</a:t>
            </a:r>
          </a:p>
        </p:txBody>
      </p:sp>
    </p:spTree>
    <p:extLst>
      <p:ext uri="{BB962C8B-B14F-4D97-AF65-F5344CB8AC3E}">
        <p14:creationId xmlns:p14="http://schemas.microsoft.com/office/powerpoint/2010/main" val="1304353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61CBD-6D87-48F0-827B-B6B6FA62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81B76-167D-40CC-AC34-5DDD843F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3323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203323"/>
                </a:solidFill>
                <a:latin typeface="PingFang TC"/>
                <a:ea typeface="PingFang TC"/>
                <a:cs typeface="PingFang TC"/>
              </a:rPr>
              <a:t>手與聲音，隨時接力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C2EA1-AAC7-4094-B1A0-7268A82E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rPr>
              <a:t>「簡報，上一頁」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0BD96-8228-4D17-8592-4670B3E5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rPr>
              <a:t>說「簡報，暫停」暫停手勢；「簡報，繼續」恢復。</a:t>
            </a:r>
          </a:p>
        </p:txBody>
      </p:sp>
    </p:spTree>
    <p:extLst>
      <p:ext uri="{BB962C8B-B14F-4D97-AF65-F5344CB8AC3E}">
        <p14:creationId xmlns:p14="http://schemas.microsoft.com/office/powerpoint/2010/main" val="472845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1F6B1-D42C-4D5B-AF2B-95219CD5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77361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CFE10-0C72-4101-A050-73A6D8C7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3323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203323"/>
                </a:solidFill>
                <a:latin typeface="PingFang TC"/>
                <a:ea typeface="PingFang TC"/>
                <a:cs typeface="PingFang TC"/>
              </a:rPr>
              <a:t>輪到你的簡報了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945AF-8A25-4D96-BBF0-EBFCDF61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314B34"/>
                </a:solidFill>
                <a:latin typeface="PingFang TC"/>
                <a:ea typeface="PingFang TC"/>
                <a:cs typeface="PingFang TC"/>
              </a:rPr>
              <a:t>上傳自己的 PPT，開始報告。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046DC-6148-4CA8-86CA-A31B3B21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647160"/>
                </a:solidFill>
                <a:latin typeface="PingFang TC"/>
                <a:ea typeface="PingFang TC"/>
                <a:cs typeface="PingFang TC"/>
              </a:rPr>
              <a:t>PPT 以靜態頁面播放，原始檔案保持不變。</a:t>
            </a:r>
          </a:p>
        </p:txBody>
      </p:sp>
    </p:spTree>
    <p:extLst>
      <p:ext uri="{BB962C8B-B14F-4D97-AF65-F5344CB8AC3E}">
        <p14:creationId xmlns:p14="http://schemas.microsoft.com/office/powerpoint/2010/main" val="728077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2026-10-04T05:20:50.4460000Z</dcterms:created>
  <dcterms:modified xsi:type="dcterms:W3CDTF">2026-10-04T05:20:50.4460000Z</dcterms:modified>
</coreProperties>
</file>