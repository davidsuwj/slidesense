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3c5bc943b2425a" /><Relationship Type="http://schemas.openxmlformats.org/officeDocument/2006/relationships/extended-properties" Target="/docProps/app.xml" Id="Ra788bc9eda9c44bb" /><Relationship Type="http://schemas.openxmlformats.org/officeDocument/2006/relationships/officeDocument" Target="/ppt/presentation.xml" Id="Rdcffd1ef580c43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050cf151ff4d79"/>
  </p:sldMasterIdLst>
  <p:notesMasterIdLst>
    <p:notesMasterId xmlns:r="http://schemas.openxmlformats.org/officeDocument/2006/relationships" r:id="R2cca945cd1bd452f"/>
  </p:notesMasterIdLst>
  <p:sldIdLst>
    <p:sldId xmlns:r="http://schemas.openxmlformats.org/officeDocument/2006/relationships" id="256" r:id="R034436d6077d471e"/>
    <p:sldId xmlns:r="http://schemas.openxmlformats.org/officeDocument/2006/relationships" id="257" r:id="Rbdbf7a4ad3c443bb"/>
    <p:sldId xmlns:r="http://schemas.openxmlformats.org/officeDocument/2006/relationships" id="258" r:id="R6519032e9690459a"/>
    <p:sldId xmlns:r="http://schemas.openxmlformats.org/officeDocument/2006/relationships" id="259" r:id="R3fa2f2ec0558455a"/>
    <p:sldId xmlns:r="http://schemas.openxmlformats.org/officeDocument/2006/relationships" id="260" r:id="R12f23713faf64f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b118b868a74e4e" /><Relationship Type="http://schemas.openxmlformats.org/officeDocument/2006/relationships/slideMaster" Target="/ppt/slideMasters/slideMaster1.xml" Id="R50050cf151ff4d79" /><Relationship Type="http://schemas.openxmlformats.org/officeDocument/2006/relationships/notesMaster" Target="/ppt/notesMasters/notesMaster1.xml" Id="R2cca945cd1bd452f" /><Relationship Type="http://schemas.openxmlformats.org/officeDocument/2006/relationships/presProps" Target="/ppt/presProps.xml" Id="Rd9525b170ddd492c" /><Relationship Type="http://schemas.openxmlformats.org/officeDocument/2006/relationships/tableStyles" Target="/ppt/tableStyles.xml" Id="R6a3caa3edd2842f1" /><Relationship Type="http://schemas.openxmlformats.org/officeDocument/2006/relationships/slide" Target="/ppt/slides/slide1.xml" Id="R034436d6077d471e" /><Relationship Type="http://schemas.openxmlformats.org/officeDocument/2006/relationships/slide" Target="/ppt/slides/slide2.xml" Id="Rbdbf7a4ad3c443bb" /><Relationship Type="http://schemas.openxmlformats.org/officeDocument/2006/relationships/slide" Target="/ppt/slides/slide3.xml" Id="R6519032e9690459a" /><Relationship Type="http://schemas.openxmlformats.org/officeDocument/2006/relationships/slide" Target="/ppt/slides/slide4.xml" Id="R3fa2f2ec0558455a" /><Relationship Type="http://schemas.openxmlformats.org/officeDocument/2006/relationships/slide" Target="/ppt/slides/slide5.xml" Id="R12f23713faf64f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76b99d244344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6abd5356634cee" /><Relationship Type="http://schemas.openxmlformats.org/officeDocument/2006/relationships/notesMaster" Target="/ppt/notesMasters/notesMaster1.xml" Id="Re9a490a91b8643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e4a90c58dc4781" /><Relationship Type="http://schemas.openxmlformats.org/officeDocument/2006/relationships/notesMaster" Target="/ppt/notesMasters/notesMaster1.xml" Id="R588f1b0862a84a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49a19bc4f84344" /><Relationship Type="http://schemas.openxmlformats.org/officeDocument/2006/relationships/notesMaster" Target="/ppt/notesMasters/notesMaster1.xml" Id="R45752974c21042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ca2efd52fc4554" /><Relationship Type="http://schemas.openxmlformats.org/officeDocument/2006/relationships/notesMaster" Target="/ppt/notesMasters/notesMaster1.xml" Id="R7554b39d4f684d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784535097f4f02" /><Relationship Type="http://schemas.openxmlformats.org/officeDocument/2006/relationships/notesMaster" Target="/ppt/notesMasters/notesMaster1.xml" Id="R166fd7778cd440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SlideSense 操作示範。此範例用於測試 PPT 上傳與播放。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SlideSense 操作示範。此範例用於測試 PPT 上傳與播放。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SlideSense 操作示範。此範例用於測試 PPT 上傳與播放。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SlideSense 操作示範。此範例用於測試 PPT 上傳與播放。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SlideSense 操作示範。此範例用於測試 PPT 上傳與播放。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f1c48752c44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04d52b9e9145ac" /><Relationship Type="http://schemas.openxmlformats.org/officeDocument/2006/relationships/slideLayout" Target="/ppt/slideLayouts/slideLayout1.xml" Id="Ra4973b3aa0a542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973b3aa0a542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a8b3496a245bb" /><Relationship Type="http://schemas.openxmlformats.org/officeDocument/2006/relationships/notesSlide" Target="/ppt/notesSlides/notesSlide1.xml" Id="R2e99973d82ad45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93370a04c49d0" /><Relationship Type="http://schemas.openxmlformats.org/officeDocument/2006/relationships/notesSlide" Target="/ppt/notesSlides/notesSlide2.xml" Id="R54f7d4eb2f9d4c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47430359f4854" /><Relationship Type="http://schemas.openxmlformats.org/officeDocument/2006/relationships/notesSlide" Target="/ppt/notesSlides/notesSlide3.xml" Id="R7edec2aa8ad3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aa438659c4aa0" /><Relationship Type="http://schemas.openxmlformats.org/officeDocument/2006/relationships/notesSlide" Target="/ppt/notesSlides/notesSlide4.xml" Id="Rf581c03b6211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637b817a84e8a" /><Relationship Type="http://schemas.openxmlformats.org/officeDocument/2006/relationships/notesSlide" Target="/ppt/notesSlides/notesSlide5.xml" Id="R574cc8c32cea45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09D6E-22BF-4FB5-9257-FB1AAA5A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126D0-97AE-4B17-9566-9CA0A291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03323"/>
                </a:solidFill>
                <a:latin typeface="PingFang TC"/>
                <a:ea typeface="PingFang TC"/>
                <a:cs typeface="PingFang TC"/>
              </a:defRPr>
            </a:pPr>
            <a:r>
              <a:rPr sz="5850" b="1">
                <a:solidFill>
                  <a:srgbClr val="203323"/>
                </a:solidFill>
                <a:latin typeface="PingFang TC"/>
                <a:ea typeface="PingFang TC"/>
                <a:cs typeface="PingFang TC"/>
              </a:rPr>
              <a:t>SlideSense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B9CF2-EC9D-40A7-86B7-9CF04222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defRPr>
            </a:pPr>
            <a:r>
              <a: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rPr>
              <a:t>用手與聲音，帶著簡報走。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190AA-A87D-4B69-9D10-1A913E4C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rPr>
              <a:t>上傳你的 PPT，準備好就開始。</a:t>
            </a:r>
          </a:p>
        </p:txBody>
      </p:sp>
    </p:spTree>
    <p:extLst>
      <p:ext uri="{BB962C8B-B14F-4D97-AF65-F5344CB8AC3E}">
        <p14:creationId xmlns:p14="http://schemas.microsoft.com/office/powerpoint/2010/main" val="10474950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7C52D-1ED1-4F8C-8383-A7BC3B99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A783E-7A07-42AF-B2E9-09F11324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rPr>
              <a:t>比讚，翻到下一頁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4820A-55BB-42C2-A710-C41E2663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defRPr>
            </a:pPr>
            <a:r>
              <a: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rPr>
              <a:t>拇指朝上下一頁；朝下上一頁。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249C7-853D-409F-9108-6D52855B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rPr>
              <a:t>持續擺著只翻一頁；放鬆手，再比一次。</a:t>
            </a:r>
          </a:p>
        </p:txBody>
      </p:sp>
    </p:spTree>
    <p:extLst>
      <p:ext uri="{BB962C8B-B14F-4D97-AF65-F5344CB8AC3E}">
        <p14:creationId xmlns:p14="http://schemas.microsoft.com/office/powerpoint/2010/main" val="7671533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B52AA-B0A6-4A01-99ED-29144847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37DB8-C2B6-4E7E-B9D9-09BAFFA1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rPr>
              <a:t>指尖，就是你的雷射筆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C3E0-8182-4249-9334-C3737A49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defRPr>
            </a:pPr>
            <a:r>
              <a: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rPr>
              <a:t>只伸出食指，慢慢移動。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1D93E-66F4-45C6-8516-D504D0B4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rPr>
              <a:t>指向你正在說明的位置；收手後亮點會消失。</a:t>
            </a:r>
          </a:p>
        </p:txBody>
      </p:sp>
    </p:spTree>
    <p:extLst>
      <p:ext uri="{BB962C8B-B14F-4D97-AF65-F5344CB8AC3E}">
        <p14:creationId xmlns:p14="http://schemas.microsoft.com/office/powerpoint/2010/main" val="8312400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F3A28-400F-4FC8-A713-C1217CF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1BF4B-621E-4D04-9DD8-A9DDC38B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rPr>
              <a:t>手與聲音，隨時接力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A0593-724D-4EB5-AB36-DFC031F0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defRPr>
            </a:pPr>
            <a:r>
              <a: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rPr>
              <a:t>「上一頁」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5B73B-8B32-48B0-A375-3D61A104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rPr>
              <a:t>說「簡報，暫停」暫停手勢；「簡報，繼續」恢復。</a:t>
            </a:r>
          </a:p>
        </p:txBody>
      </p:sp>
    </p:spTree>
    <p:extLst>
      <p:ext uri="{BB962C8B-B14F-4D97-AF65-F5344CB8AC3E}">
        <p14:creationId xmlns:p14="http://schemas.microsoft.com/office/powerpoint/2010/main" val="844325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3DECD-6E73-4D6A-9C5E-53E89EDD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77361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EC87E-95DC-4E84-A0FA-60E6EA12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203323"/>
                </a:solidFill>
                <a:latin typeface="PingFang TC"/>
                <a:ea typeface="PingFang TC"/>
                <a:cs typeface="PingFang TC"/>
              </a:rPr>
              <a:t>輪到你的簡報了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936B9-BB6A-485F-89D2-00D5E93A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defRPr>
            </a:pPr>
            <a:r>
              <a:rPr sz="2850" b="0">
                <a:solidFill>
                  <a:srgbClr val="314B34"/>
                </a:solidFill>
                <a:latin typeface="PingFang TC"/>
                <a:ea typeface="PingFang TC"/>
                <a:cs typeface="PingFang TC"/>
              </a:rPr>
              <a:t>上傳自己的 PPT，開始報告。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735C5-5A0C-436D-B6AD-E46B94C5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647160"/>
                </a:solidFill>
                <a:latin typeface="PingFang TC"/>
                <a:ea typeface="PingFang TC"/>
                <a:cs typeface="PingFang TC"/>
              </a:rPr>
              <a:t>PPT 以靜態頁面播放，原始檔案保持不變。</a:t>
            </a:r>
          </a:p>
        </p:txBody>
      </p:sp>
    </p:spTree>
    <p:extLst>
      <p:ext uri="{BB962C8B-B14F-4D97-AF65-F5344CB8AC3E}">
        <p14:creationId xmlns:p14="http://schemas.microsoft.com/office/powerpoint/2010/main" val="12901915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2026-10-04T05:33:48.8180000Z</dcterms:created>
  <dcterms:modified xsi:type="dcterms:W3CDTF">2026-10-04T05:33:48.8180000Z</dcterms:modified>
</coreProperties>
</file>